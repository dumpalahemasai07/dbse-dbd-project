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24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72351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endParaRPr lang="en-US" sz="48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ts val="5200"/>
              </a:lnSpc>
              <a:buNone/>
            </a:pPr>
            <a:endParaRPr lang="en-US" sz="48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SERVICE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APP</a:t>
            </a:r>
          </a:p>
          <a:p>
            <a:pPr marL="0" indent="0">
              <a:lnSpc>
                <a:spcPts val="5200"/>
              </a:lnSpc>
              <a:buNone/>
            </a:pPr>
            <a:endParaRPr lang="en-US" sz="1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NIKHIL REDDY  -2520030560          HEMASAI – 2520030599               ADA ROHAN - 2520030195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5806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4297680"/>
          </a:xfrm>
          <a:prstGeom prst="roundRect">
            <a:avLst>
              <a:gd name="adj" fmla="val 2553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Service Booking App is a web-based platform designed to connect customers with nearby service providers such as electricians, plumbers, carpenters, cleaners, and technicians.</a:t>
            </a:r>
            <a:endParaRPr lang="en-US" sz="1450" dirty="0"/>
          </a:p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robust relational database, the system stores and manages information about users, service providers, bookings, service categories, and payments in a structured and secure manner.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eliminates the inefficiencies of manual, word-of-mouth service discovery by offering real-time availability, transparent pricing, booking history, and provider ratings — all backed by a well-normalized database schema.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928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63524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3264408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337413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35240" y="4041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Access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4745736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485546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35240" y="55229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 Booking 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current approach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rely on word-of-mouth or scattered ads to find local service providers, with no single trusted place to 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Scheduling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happen over phone calls, often causing double-bookings, missed appointments, and no record of history.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370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Price Transparency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rates vary informally with no upfront visibility, making cost comparison difficult for customers.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4370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5074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structured way to rate providers or track service quality, leading to inconsistent trust.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 Booking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coordination to a managed database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03320" y="1600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600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97280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3320" y="21031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Word-of-mouth, local ads, no directory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210312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provider directory by category &amp; location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614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7614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calls, manual diary entries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55280" y="276148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online booking with database validation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97280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1985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341985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records; paper/registers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341985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relational database (normalized tables)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78224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7822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check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3320" y="407822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tracked; frequent conflicts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0" y="4078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 tracked via booking table constraints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36592"/>
            <a:ext cx="1097280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365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ratings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03320" y="473659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Informal, unrecorded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473659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rating &amp; review table linked to bookings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109728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949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03320" y="53949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expand or manage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55280" y="5394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scalable with structured schema &amp; queries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1600200"/>
            <a:ext cx="0" cy="4453128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 Booking App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3-tier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91640" y="169164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8105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2194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•  Provider Dashboard  •  Admin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0">
            <a:off x="5952744" y="2798064"/>
            <a:ext cx="256032" cy="201168"/>
          </a:xfrm>
          <a:prstGeom prst="triangle">
            <a:avLst/>
          </a:prstGeom>
          <a:solidFill>
            <a:srgbClr val="6FD6C4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306324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182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LOGIC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3566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•  Booking Engine  •  Search &amp; Matching  •  Notifications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0800000">
            <a:off x="5952744" y="4169664"/>
            <a:ext cx="256032" cy="201168"/>
          </a:xfrm>
          <a:prstGeom prst="triangle">
            <a:avLst/>
          </a:prstGeom>
          <a:solidFill>
            <a:srgbClr val="6FD6C4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1640" y="443484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12455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5537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49377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•  Providers  •  Services  •  Bookings  •  Payments  •  Reviews (MySQL / RDBMS)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1691640"/>
            <a:ext cx="1005840" cy="3657600"/>
          </a:xfrm>
          <a:prstGeom prst="round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783080"/>
            <a:ext cx="1005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 Booking 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we learnt and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2140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214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9260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/ React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647688" y="212140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647688" y="21214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52360" y="21214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9260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schema design &amp; normalization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449884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4988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44988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530352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Diagrams, DFDs (drawn using MySQL Workbench)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2062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4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647688" y="4498848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44988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52360" y="44988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Tools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47688" y="530352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 &amp; GitHub for version control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 Booking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463</Words>
  <Application>Microsoft Office PowerPoint</Application>
  <PresentationFormat>Widescreen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Rohith Ada</cp:lastModifiedBy>
  <cp:revision>2</cp:revision>
  <dcterms:created xsi:type="dcterms:W3CDTF">2026-08-27T00:16:40Z</dcterms:created>
  <dcterms:modified xsi:type="dcterms:W3CDTF">2026-08-27T00:29:03Z</dcterms:modified>
</cp:coreProperties>
</file>